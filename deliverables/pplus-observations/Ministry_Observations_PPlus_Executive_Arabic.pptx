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 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 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 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 Image 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lus Executive">
  <a:themeElements>
    <a:clrScheme name="PPlus">
      <a:dk1>
        <a:srgbClr val="111827"/>
      </a:dk1>
      <a:lt1>
        <a:srgbClr val="FFFFFF"/>
      </a:lt1>
      <a:dk2>
        <a:srgbClr val="12345B"/>
      </a:dk2>
      <a:lt2>
        <a:srgbClr val="F6F8FB"/>
      </a:lt2>
      <a:accent1>
        <a:srgbClr val="16A34A"/>
      </a:accent1>
      <a:accent2>
        <a:srgbClr val="F59E0B"/>
      </a:accent2>
      <a:accent3>
        <a:srgbClr val="1E4E7A"/>
      </a:accent3>
      <a:accent4>
        <a:srgbClr val="64748B"/>
      </a:accent4>
      <a:accent5>
        <a:srgbClr val="E5E7EB"/>
      </a:accent5>
      <a:accent6>
        <a:srgbClr val="0F172A"/>
      </a:accent6>
      <a:hlink>
        <a:srgbClr val="1E4E7A"/>
      </a:hlink>
      <a:folHlink>
        <a:srgbClr val="12345B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PPlus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